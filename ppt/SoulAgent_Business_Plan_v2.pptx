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Personal Intelligence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1E293B"/>
                </a:solidFill>
              </a:defRPr>
            </a:pPr>
            <a:r>
              <a:t>SoulAgent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从千人一面的通用智能，到千人千面的个人智能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645920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记住你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931920"/>
            <a:ext cx="1645920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理解你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1645920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适应你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1645920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替你行动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“ 不做世界上最聪明的 AI，做世界上最懂你的 AI。未来，每个人都应该拥有一个真正属于自己的 AI。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P2｜行业演进与趋势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不只是让 AI 更会做事，而是让 AI 更懂“该为你做什么、怎么做”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AI 已经从“回答问题”演进到“替你做事”，但终局绝非仅仅是工具能力的增强，而是真正理解个人意图与隐性 Context。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3017520"/>
                <a:gridCol w="3139135"/>
              </a:tblGrid>
              <a:tr h="574765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演进维度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第一阶段｜大模型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第二阶段｜Agent 当前状态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第三阶段｜SoulAgent 未来演进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智能定位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LLM大语言模型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Agent智能体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SoulAgent个人智能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代表产品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ChatGPT / 豆包 / Gemini / DeepSeek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Codex / WorkBuddy / Manus 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SoulAgent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本质与依据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概率生成模型 · 基于海量通用训练数据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执行工具 · 基于 Tool Calling / Prompt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个人模型 · 基于用户模型与长期 Context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交互模式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你问我答（单次被动响应）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你下令我执行（任务驱动/多步骤）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理解 + 主动协作（隐性意图感知）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记忆与知识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单次对话 / 碎片化信息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任务级临时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长期个人记忆体系与认知模型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一句话总结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“知道很多，但不知道你。”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“会做很多，但仍需你告诉它怎么做。”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“不只是知道怎么做，而是知道对你该怎么做。”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“ 今天的 Agent 已经具备强大的执行力（当前状态）；未来的 SoulAgent（未来演进）要把碎片化的 AI 能力统一到持续理解用户的 Personal Context 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P3｜问题定义与三大痛点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当前Agent的三大核心瓶颈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表达局限、信息碎片化与认知无沉淀，导致通用 AI 始终受限于“懂通用，却不懂你”。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痛点一｜表达瓶颈</a:t>
            </a:r>
          </a:p>
          <a:p>
            <a:pPr>
              <a:defRPr sz="2000" b="1">
                <a:solidFill>
                  <a:srgbClr val="7C3AED"/>
                </a:solidFill>
              </a:defRPr>
            </a:pPr>
            <a:r>
              <a:t>说不清 · 说不全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意图低带宽与隐性偏好难言尽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低带宽表达： 人脑完整意图 ≫ 能够被 Prompt 简短文本表达的信息。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隐性潜意识： 工作习惯、风险偏好与审美标准，用户自身亦难以具象列举。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029200"/>
            <a:ext cx="3108960" cy="5486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✖ 结果：Prompt 仅覆盖表层，AI 输出总是缺乏深度契合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痛点二｜上下文割裂</a:t>
            </a:r>
          </a:p>
          <a:p>
            <a:pPr>
              <a:defRPr sz="2000" b="1">
                <a:solidFill>
                  <a:srgbClr val="0284C7"/>
                </a:solidFill>
              </a:defRPr>
            </a:pPr>
            <a:r>
              <a:t>碎片化 · 串不起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数据孤岛严重，逻辑无法连贯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信息高度分散： 聊天记录、业务文档、会议摘要、个人笔记彼此孤立散落。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缺乏统领 Context： 缺乏统一上下文引擎，AI 无法跨工具跨任务贯通逻辑。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5029200"/>
            <a:ext cx="3108960" cy="5486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✖ 结果：无法整合多源上下文，AI 只能做单点机械响应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痛点三｜无认知沉淀</a:t>
            </a:r>
          </a:p>
          <a:p>
            <a:pPr>
              <a:defRPr sz="2000" b="1">
                <a:solidFill>
                  <a:srgbClr val="2563EB"/>
                </a:solidFill>
              </a:defRPr>
            </a:pPr>
            <a:r>
              <a:t>留不下 · 记不住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经验即用即抛，被迫重复背书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0040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缺乏 User Model： 对话即用即抛，历史交互与反馈无法沉淀为个人认知体系。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反复冷启动背书： 每次开启新对话都要重讲背景习惯，AI 无法“越用越聪明”。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5029200"/>
            <a:ext cx="3108960" cy="5486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✖ 结果：经验无法累积沉淀，用户永远在重复教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“ 传统 AI 存在说不全（表达受阻）、串不起（上下文割裂）、记不住（无长期沉淀）三大瓶颈；SoulAgent 旨在打通 Personal Intelligence 全链路。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P4｜SoulAgent 核心系统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SoulAgent，不只是记住你，而是真正理解你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把一次次交互中的事实、偏好与行为模式，持续沉淀为属于你的 Personal Model。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LAYER 03｜数字延伸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Personal Extension 数字延伸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个人分身·专家分身·组织数字资产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011680"/>
            <a:ext cx="100584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代表我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12064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000" b="1">
                <a:solidFill>
                  <a:srgbClr val="7C3AED"/>
                </a:solidFill>
              </a:defRPr>
            </a:pPr>
            <a:r>
              <a:t>LAYER 02｜深层标准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Cognitive Model 认知模型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理解你的标准、工作偏好与决策模式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383280"/>
            <a:ext cx="100584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C3AED"/>
                </a:solidFill>
              </a:defRPr>
            </a:pPr>
            <a:r>
              <a:t>帮我做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512064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LAYER 01｜感知与记忆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Memory System 记忆系统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主动感知外部变局并持续沉淀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754880"/>
            <a:ext cx="100584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帮我听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4225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场景指令：“帮我写一份汇报。”</a:t>
            </a:r>
          </a:p>
          <a:p>
            <a:pPr>
              <a:defRPr sz="1400" b="1">
                <a:solidFill>
                  <a:srgbClr val="64748B"/>
                </a:solidFill>
              </a:defRPr>
            </a:pPr>
            <a:r>
              <a:t>普通 AI / 普通 Agent：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仅根据单次 Prompt 泛泛生成模板化汇报，缺乏深层上下文。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242255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>
                <a:solidFill>
                  <a:srgbClr val="2563EB"/>
                </a:solidFill>
              </a:defRPr>
            </a:pPr>
            <a:r>
              <a:t>场景指令：“帮我写一份汇报。”</a:t>
            </a: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SoulAgent 个人智能：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自动结合你的历史工作方式、表达偏好、领导关注点、项目背景与一贯决策模式，生成更像你、也更适合你的完美结果。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“ Memory 是你说过什么；Cognitive Model 是你为什么这么做。三层推进：User Memory ➔ User Model ➔ Personal Intelligence。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P5｜场景一：帮我听 · 替我感知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帮我听——替我感知外部世界，带回强相关信息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你不可能亲自出现在所有地方，但可以让 SoulAgent 替你去听、去看、去捕捉对你真正重要的信息。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现实痛点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t>用户精力受限的世界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在听会、听课、听任意直播与会议时，面对多路并行现场，一个人精力和时间有限，只能选择去 1 个。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937760"/>
            <a:ext cx="3108960" cy="6400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✖ 其他多个现场的关键观点、知识要点与商机被彻底错过。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SoulAgent 行动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t>同时替你去听多个现场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SoulAgent 就像为你派出了多个 AI 帮手，帮你在后台同时听会、听课、听任意直播与在线会议，一个重点都不漏。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4937760"/>
            <a:ext cx="3108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实时：替你去听 ➔ 提取干货 ➔ 关联你的关注点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感知成果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t>你的第二感知系统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提炼前沿观点与核心知识点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捕捉关键人物与突破技术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匹配与你个人Context强相关的信息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关联历史知识，给出行动建议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“ 第一步【帮我听】：AI 不再只是被动等待你提问，而是主动替你感知世界，把外部变局与你的个人 Context 精准打通。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P6｜场景二：帮我做 · 按我的标准行动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帮我做——超越通用标准，按你的标准精准行动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AI 不只是替你完成任务，而是融入你的工作偏好、标准与认知，像你亲自操作一样高契合度地执行。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👨‍🏫 懂个人标准 Teacher Model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教学目标与评分偏好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批改要求与讲评重点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个人工作习惯与质量红线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C3AED"/>
                </a:solidFill>
              </a:defRPr>
            </a:pPr>
            <a:r>
              <a:t>👩‍🎓 懂对象 Context Student Model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历史错误与能力优势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重复遇到的知识薄弱点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多次交互的长期历史轨迹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🏫 懂全局态势 Class Model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班级/业务共性问题与薄弱项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团队间/群体间的执行差异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整体工作与教学改进方向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28655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对比传统 AI： 传统 AI 泛泛生成通用模板，需二次人工修正；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SoulAgent 【帮我做】： 结合个人标准 + 对象历史 Context + 全局态势 ➔ 输出真正符合你规格的高契合度结果。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“ 第二步【帮我做】：只有当 AI 掌握了你的个人标准与上下文，它的执行才真正具备高契合度与生产力价值。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P7｜场景三：代表我 · 成为我的数字延伸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代表我——成为你的数字延伸与个人分身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长期记忆与认知模型深度融合，SoulAgent 升级为代表你思考、表达与输出的数字分身。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形态 ①｜个人分身</a:t>
            </a:r>
          </a:p>
          <a:p>
            <a:pPr>
              <a:spcAft>
                <a:spcPts val="600"/>
              </a:spcAft>
              <a:defRPr sz="1500" b="1">
                <a:solidFill>
                  <a:srgbClr val="1E293B"/>
                </a:solidFill>
              </a:defRPr>
            </a:pPr>
            <a:r>
              <a:t>成为你的数字延伸</a:t>
            </a:r>
          </a:p>
          <a:p>
            <a:pPr>
              <a:spcAft>
                <a:spcPts val="1200"/>
              </a:spcAft>
              <a:defRPr sz="1100">
                <a:solidFill>
                  <a:srgbClr val="64748B"/>
                </a:solidFill>
              </a:defRPr>
            </a:pPr>
            <a:r>
              <a:t>深度沉淀你的个人知识、表达风格、工作偏好与思考逻辑。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4114800"/>
            <a:ext cx="3108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应用：在你忙碌或离线时，替你进行观点表达、内容创作、沟通协同与辅助决策，成为属于你的个人分身。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形态 ②｜专家分身</a:t>
            </a:r>
          </a:p>
          <a:p>
            <a:pPr>
              <a:spcAft>
                <a:spcPts val="600"/>
              </a:spcAft>
              <a:defRPr sz="1500" b="1">
                <a:solidFill>
                  <a:srgbClr val="1E293B"/>
                </a:solidFill>
              </a:defRPr>
            </a:pPr>
            <a:r>
              <a:t>把一个人的智慧规模化</a:t>
            </a:r>
          </a:p>
          <a:p>
            <a:pPr>
              <a:spcAft>
                <a:spcPts val="1200"/>
              </a:spcAft>
              <a:defRPr sz="1100">
                <a:solidFill>
                  <a:srgbClr val="64748B"/>
                </a:solidFill>
              </a:defRPr>
            </a:pPr>
            <a:r>
              <a:t>从“1 个专家服务有限客户”升级为“1 个专家分身服务无限人群”。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4114800"/>
            <a:ext cx="3108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应用：零成本放大行业顶尖专家的咨询与赋能能力，实现智力资产化。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形态 ③｜数字员工</a:t>
            </a:r>
          </a:p>
          <a:p>
            <a:pPr>
              <a:spcAft>
                <a:spcPts val="600"/>
              </a:spcAft>
              <a:defRPr sz="1500" b="1">
                <a:solidFill>
                  <a:srgbClr val="1E293B"/>
                </a:solidFill>
              </a:defRPr>
            </a:pPr>
            <a:r>
              <a:t>把组织经验变成数字资产</a:t>
            </a:r>
          </a:p>
          <a:p>
            <a:pPr>
              <a:spcAft>
                <a:spcPts val="1200"/>
              </a:spcAft>
              <a:defRPr sz="1100">
                <a:solidFill>
                  <a:srgbClr val="64748B"/>
                </a:solidFill>
              </a:defRPr>
            </a:pPr>
            <a:r>
              <a:t>沉淀团队经验与工作流程，数据严格不出域。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83880" y="4114800"/>
            <a:ext cx="3108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应用：形成可独立协同、永不下线的企业级数字生产力集群。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“ 第三步【代表我】：从协助者到数字延伸，SoulAgent 让个人的思考与影响力突破物理时空限制。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P8｜SoulAgent 闭环总览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SoulAgent：从感知到延伸的完整个人智能闭环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帮我听（替我感知） ➔ 帮我做（按我的标准行动） ➔ 代表我（成为我的数字延伸）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STEP 01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1E293B"/>
                </a:solidFill>
              </a:defRPr>
            </a:pPr>
            <a:r>
              <a:t>帮我听 · 替我感知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主动探索外部信息，带回强相关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STEP 02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1E293B"/>
                </a:solidFill>
              </a:defRPr>
            </a:pPr>
            <a:r>
              <a:t>帮我做 · 按标准行动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基于个人偏好与标准，完成高契合度执行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4688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STEP 03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1E293B"/>
                </a:solidFill>
              </a:defRPr>
            </a:pPr>
            <a:r>
              <a:t>代表我 · 数字延伸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个人分身与专家分身，智力与影响力规模化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24688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STEP 04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1E293B"/>
                </a:solidFill>
              </a:defRPr>
            </a:pPr>
            <a:r>
              <a:t>持续进化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交互反馈：越使用 ➔ 越懂你 ➔ 越精准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645920"/>
            <a:ext cx="2468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728655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SoulAgent 个人智能飞轮演进系统架构</a:t>
            </a:r>
          </a:p>
          <a:p>
            <a:pPr algn="ctr">
              <a:defRPr sz="1100" b="1">
                <a:solidFill>
                  <a:srgbClr val="2563EB"/>
                </a:solidFill>
              </a:defRPr>
            </a:pPr>
            <a:r>
              <a:t>外部世界 ➔ 1. 帮我听（替我感知） ➔ 2. 帮我做（按我的标准行动） ➔ 3. 代表我（成为我的数字延伸） ➔ 持续进化 Personal Intelligence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“ SoulAgent 不是三个孤立的工具，而是一套涵盖帮我听 ➔ 帮我做 ➔ 代表我的完整 Personal Intelligence System。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